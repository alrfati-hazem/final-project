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8"/>
  </p:notesMasterIdLst>
  <p:sldIdLst>
    <p:sldId id="292" r:id="rId2"/>
    <p:sldId id="271" r:id="rId3"/>
    <p:sldId id="274" r:id="rId4"/>
    <p:sldId id="277" r:id="rId5"/>
    <p:sldId id="275" r:id="rId6"/>
    <p:sldId id="270" r:id="rId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orient="horz" pos="169">
          <p15:clr>
            <a:srgbClr val="A4A3A4"/>
          </p15:clr>
        </p15:guide>
        <p15:guide id="10" pos="2880">
          <p15:clr>
            <a:srgbClr val="A4A3A4"/>
          </p15:clr>
        </p15:guide>
        <p15:guide id="11" orient="horz" pos="636" userDrawn="1">
          <p15:clr>
            <a:srgbClr val="A4A3A4"/>
          </p15:clr>
        </p15:guide>
        <p15:guide id="12" orient="horz" pos="744" userDrawn="1">
          <p15:clr>
            <a:srgbClr val="A4A3A4"/>
          </p15:clr>
        </p15:guide>
        <p15:guide id="13" orient="horz" pos="1621" userDrawn="1">
          <p15:clr>
            <a:srgbClr val="A4A3A4"/>
          </p15:clr>
        </p15:guide>
        <p15:guide id="14" orient="horz" pos="2867" userDrawn="1">
          <p15:clr>
            <a:srgbClr val="A4A3A4"/>
          </p15:clr>
        </p15:guide>
        <p15:guide id="15" pos="198" userDrawn="1">
          <p15:clr>
            <a:srgbClr val="A4A3A4"/>
          </p15:clr>
        </p15:guide>
        <p15:guide id="16" pos="556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900"/>
    <a:srgbClr val="000000"/>
    <a:srgbClr val="FFD200"/>
    <a:srgbClr val="FFFFFF"/>
    <a:srgbClr val="A885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9130" autoAdjust="0"/>
  </p:normalViewPr>
  <p:slideViewPr>
    <p:cSldViewPr showGuides="1">
      <p:cViewPr varScale="1">
        <p:scale>
          <a:sx n="109" d="100"/>
          <a:sy n="109" d="100"/>
        </p:scale>
        <p:origin x="734" y="82"/>
      </p:cViewPr>
      <p:guideLst>
        <p:guide orient="horz" pos="169"/>
        <p:guide pos="2880"/>
        <p:guide orient="horz" pos="636"/>
        <p:guide orient="horz" pos="744"/>
        <p:guide orient="horz" pos="1621"/>
        <p:guide orient="horz" pos="2867"/>
        <p:guide pos="198"/>
        <p:guide pos="5562"/>
      </p:guideLst>
    </p:cSldViewPr>
  </p:slideViewPr>
  <p:outlineViewPr>
    <p:cViewPr>
      <p:scale>
        <a:sx n="33" d="100"/>
        <a:sy n="33" d="100"/>
      </p:scale>
      <p:origin x="0" y="14958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3" d="100"/>
          <a:sy n="83" d="100"/>
        </p:scale>
        <p:origin x="385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14F63557-65CD-470F-8999-4C3C411BE899}" type="datetimeFigureOut">
              <a:rPr lang="en-GB" smtClean="0"/>
              <a:pPr/>
              <a:t>12/03/2022</a:t>
            </a:fld>
            <a:endParaRPr lang="en-GB"/>
          </a:p>
        </p:txBody>
      </p:sp>
      <p:sp>
        <p:nvSpPr>
          <p:cNvPr id="1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180000" bIns="45720" rtlCol="0"/>
          <a:lstStyle/>
          <a:p>
            <a:pPr marL="920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Click to edit Master text styles</a:t>
            </a:r>
          </a:p>
          <a:p>
            <a:pPr marL="230188" marR="0" lvl="1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Second level</a:t>
            </a:r>
          </a:p>
          <a:p>
            <a:pPr marL="360363" marR="0" lvl="2" indent="-1476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Third level</a:t>
            </a:r>
          </a:p>
          <a:p>
            <a:pPr marL="522288" marR="0" lvl="3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Fourth level</a:t>
            </a:r>
          </a:p>
          <a:p>
            <a:pPr marL="668338" marR="0" lvl="4" indent="-146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Fifth level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55 Roman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885932DF-9606-4758-A2B5-AF1153FB1AB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228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92075" marR="0" indent="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1pPr>
    <a:lvl2pPr marL="2301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Wingdings" panose="05000000000000000000" pitchFamily="2" charset="2"/>
      <a:buChar char="§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2pPr>
    <a:lvl3pPr marL="360363" marR="0" indent="-147638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3pPr>
    <a:lvl4pPr marL="5222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4pPr>
    <a:lvl5pPr marL="668338" marR="0" indent="-14605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4326" y="1181101"/>
            <a:ext cx="8515350" cy="3370262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/>
            </a:lvl6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GB" dirty="0"/>
              <a:t>Sixth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530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3535" y="267618"/>
            <a:ext cx="4829289" cy="2304131"/>
          </a:xfrm>
        </p:spPr>
        <p:txBody>
          <a:bodyPr>
            <a:noAutofit/>
          </a:bodyPr>
          <a:lstStyle>
            <a:lvl1pPr algn="l">
              <a:lnSpc>
                <a:spcPct val="85000"/>
              </a:lnSpc>
              <a:defRPr sz="55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800726" y="266701"/>
            <a:ext cx="3028950" cy="340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4325" y="2704144"/>
            <a:ext cx="4827547" cy="966156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1"/>
                </a:solidFill>
              </a:defRPr>
            </a:lvl1pPr>
            <a:lvl2pPr marL="180975" indent="-180975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406800" indent="-190800" algn="l">
              <a:spcBef>
                <a:spcPts val="336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594000" indent="-172800" algn="l">
              <a:spcBef>
                <a:spcPts val="24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799200" indent="-190800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presenter name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313535" y="4233863"/>
            <a:ext cx="612775" cy="612775"/>
            <a:chOff x="313535" y="4233863"/>
            <a:chExt cx="612775" cy="612775"/>
          </a:xfrm>
        </p:grpSpPr>
        <p:sp>
          <p:nvSpPr>
            <p:cNvPr id="50" name="Rectangle 5"/>
            <p:cNvSpPr>
              <a:spLocks noChangeArrowheads="1"/>
            </p:cNvSpPr>
            <p:nvPr userDrawn="1"/>
          </p:nvSpPr>
          <p:spPr bwMode="auto">
            <a:xfrm>
              <a:off x="313535" y="4233863"/>
              <a:ext cx="612775" cy="612775"/>
            </a:xfrm>
            <a:prstGeom prst="rect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1" name="Freeform 6"/>
            <p:cNvSpPr>
              <a:spLocks noEditPoints="1"/>
            </p:cNvSpPr>
            <p:nvPr userDrawn="1"/>
          </p:nvSpPr>
          <p:spPr bwMode="auto">
            <a:xfrm>
              <a:off x="500860" y="4708526"/>
              <a:ext cx="74613" cy="87313"/>
            </a:xfrm>
            <a:custGeom>
              <a:avLst/>
              <a:gdLst>
                <a:gd name="T0" fmla="*/ 66 w 93"/>
                <a:gd name="T1" fmla="*/ 99 h 109"/>
                <a:gd name="T2" fmla="*/ 31 w 93"/>
                <a:gd name="T3" fmla="*/ 109 h 109"/>
                <a:gd name="T4" fmla="*/ 0 w 93"/>
                <a:gd name="T5" fmla="*/ 79 h 109"/>
                <a:gd name="T6" fmla="*/ 66 w 93"/>
                <a:gd name="T7" fmla="*/ 37 h 109"/>
                <a:gd name="T8" fmla="*/ 66 w 93"/>
                <a:gd name="T9" fmla="*/ 32 h 109"/>
                <a:gd name="T10" fmla="*/ 49 w 93"/>
                <a:gd name="T11" fmla="*/ 19 h 109"/>
                <a:gd name="T12" fmla="*/ 24 w 93"/>
                <a:gd name="T13" fmla="*/ 32 h 109"/>
                <a:gd name="T14" fmla="*/ 5 w 93"/>
                <a:gd name="T15" fmla="*/ 21 h 109"/>
                <a:gd name="T16" fmla="*/ 50 w 93"/>
                <a:gd name="T17" fmla="*/ 0 h 109"/>
                <a:gd name="T18" fmla="*/ 93 w 93"/>
                <a:gd name="T19" fmla="*/ 32 h 109"/>
                <a:gd name="T20" fmla="*/ 93 w 93"/>
                <a:gd name="T21" fmla="*/ 108 h 109"/>
                <a:gd name="T22" fmla="*/ 68 w 93"/>
                <a:gd name="T23" fmla="*/ 108 h 109"/>
                <a:gd name="T24" fmla="*/ 66 w 93"/>
                <a:gd name="T25" fmla="*/ 99 h 109"/>
                <a:gd name="T26" fmla="*/ 27 w 93"/>
                <a:gd name="T27" fmla="*/ 77 h 109"/>
                <a:gd name="T28" fmla="*/ 39 w 93"/>
                <a:gd name="T29" fmla="*/ 90 h 109"/>
                <a:gd name="T30" fmla="*/ 65 w 93"/>
                <a:gd name="T31" fmla="*/ 79 h 109"/>
                <a:gd name="T32" fmla="*/ 65 w 93"/>
                <a:gd name="T33" fmla="*/ 54 h 109"/>
                <a:gd name="T34" fmla="*/ 27 w 93"/>
                <a:gd name="T35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2" name="Freeform 7"/>
            <p:cNvSpPr>
              <a:spLocks/>
            </p:cNvSpPr>
            <p:nvPr userDrawn="1"/>
          </p:nvSpPr>
          <p:spPr bwMode="auto">
            <a:xfrm>
              <a:off x="592935" y="4708526"/>
              <a:ext cx="76200" cy="87313"/>
            </a:xfrm>
            <a:custGeom>
              <a:avLst/>
              <a:gdLst>
                <a:gd name="T0" fmla="*/ 0 w 94"/>
                <a:gd name="T1" fmla="*/ 5 h 108"/>
                <a:gd name="T2" fmla="*/ 23 w 94"/>
                <a:gd name="T3" fmla="*/ 2 h 108"/>
                <a:gd name="T4" fmla="*/ 25 w 94"/>
                <a:gd name="T5" fmla="*/ 15 h 108"/>
                <a:gd name="T6" fmla="*/ 61 w 94"/>
                <a:gd name="T7" fmla="*/ 0 h 108"/>
                <a:gd name="T8" fmla="*/ 94 w 94"/>
                <a:gd name="T9" fmla="*/ 34 h 108"/>
                <a:gd name="T10" fmla="*/ 94 w 94"/>
                <a:gd name="T11" fmla="*/ 108 h 108"/>
                <a:gd name="T12" fmla="*/ 66 w 94"/>
                <a:gd name="T13" fmla="*/ 108 h 108"/>
                <a:gd name="T14" fmla="*/ 66 w 94"/>
                <a:gd name="T15" fmla="*/ 39 h 108"/>
                <a:gd name="T16" fmla="*/ 53 w 94"/>
                <a:gd name="T17" fmla="*/ 21 h 108"/>
                <a:gd name="T18" fmla="*/ 27 w 94"/>
                <a:gd name="T19" fmla="*/ 32 h 108"/>
                <a:gd name="T20" fmla="*/ 27 w 94"/>
                <a:gd name="T21" fmla="*/ 108 h 108"/>
                <a:gd name="T22" fmla="*/ 0 w 94"/>
                <a:gd name="T23" fmla="*/ 108 h 108"/>
                <a:gd name="T24" fmla="*/ 0 w 94"/>
                <a:gd name="T25" fmla="*/ 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3" name="Freeform 8"/>
            <p:cNvSpPr>
              <a:spLocks noEditPoints="1"/>
            </p:cNvSpPr>
            <p:nvPr userDrawn="1"/>
          </p:nvSpPr>
          <p:spPr bwMode="auto">
            <a:xfrm>
              <a:off x="778673" y="4708526"/>
              <a:ext cx="79375" cy="88900"/>
            </a:xfrm>
            <a:custGeom>
              <a:avLst/>
              <a:gdLst>
                <a:gd name="T0" fmla="*/ 50 w 98"/>
                <a:gd name="T1" fmla="*/ 110 h 110"/>
                <a:gd name="T2" fmla="*/ 0 w 98"/>
                <a:gd name="T3" fmla="*/ 55 h 110"/>
                <a:gd name="T4" fmla="*/ 49 w 98"/>
                <a:gd name="T5" fmla="*/ 0 h 110"/>
                <a:gd name="T6" fmla="*/ 98 w 98"/>
                <a:gd name="T7" fmla="*/ 54 h 110"/>
                <a:gd name="T8" fmla="*/ 97 w 98"/>
                <a:gd name="T9" fmla="*/ 59 h 110"/>
                <a:gd name="T10" fmla="*/ 27 w 98"/>
                <a:gd name="T11" fmla="*/ 59 h 110"/>
                <a:gd name="T12" fmla="*/ 52 w 98"/>
                <a:gd name="T13" fmla="*/ 89 h 110"/>
                <a:gd name="T14" fmla="*/ 76 w 98"/>
                <a:gd name="T15" fmla="*/ 76 h 110"/>
                <a:gd name="T16" fmla="*/ 96 w 98"/>
                <a:gd name="T17" fmla="*/ 87 h 110"/>
                <a:gd name="T18" fmla="*/ 50 w 98"/>
                <a:gd name="T19" fmla="*/ 110 h 110"/>
                <a:gd name="T20" fmla="*/ 70 w 98"/>
                <a:gd name="T21" fmla="*/ 41 h 110"/>
                <a:gd name="T22" fmla="*/ 49 w 98"/>
                <a:gd name="T23" fmla="*/ 19 h 110"/>
                <a:gd name="T24" fmla="*/ 28 w 98"/>
                <a:gd name="T25" fmla="*/ 41 h 110"/>
                <a:gd name="T26" fmla="*/ 70 w 98"/>
                <a:gd name="T27" fmla="*/ 41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4" name="Freeform 9"/>
            <p:cNvSpPr>
              <a:spLocks noEditPoints="1"/>
            </p:cNvSpPr>
            <p:nvPr userDrawn="1"/>
          </p:nvSpPr>
          <p:spPr bwMode="auto">
            <a:xfrm>
              <a:off x="346873" y="4708526"/>
              <a:ext cx="84138" cy="88900"/>
            </a:xfrm>
            <a:custGeom>
              <a:avLst/>
              <a:gdLst>
                <a:gd name="T0" fmla="*/ 52 w 104"/>
                <a:gd name="T1" fmla="*/ 111 h 111"/>
                <a:gd name="T2" fmla="*/ 0 w 104"/>
                <a:gd name="T3" fmla="*/ 55 h 111"/>
                <a:gd name="T4" fmla="*/ 52 w 104"/>
                <a:gd name="T5" fmla="*/ 0 h 111"/>
                <a:gd name="T6" fmla="*/ 104 w 104"/>
                <a:gd name="T7" fmla="*/ 55 h 111"/>
                <a:gd name="T8" fmla="*/ 52 w 104"/>
                <a:gd name="T9" fmla="*/ 111 h 111"/>
                <a:gd name="T10" fmla="*/ 52 w 104"/>
                <a:gd name="T11" fmla="*/ 23 h 111"/>
                <a:gd name="T12" fmla="*/ 28 w 104"/>
                <a:gd name="T13" fmla="*/ 55 h 111"/>
                <a:gd name="T14" fmla="*/ 52 w 104"/>
                <a:gd name="T15" fmla="*/ 87 h 111"/>
                <a:gd name="T16" fmla="*/ 77 w 104"/>
                <a:gd name="T17" fmla="*/ 55 h 111"/>
                <a:gd name="T18" fmla="*/ 52 w 104"/>
                <a:gd name="T19" fmla="*/ 23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" name="Freeform 10"/>
            <p:cNvSpPr>
              <a:spLocks/>
            </p:cNvSpPr>
            <p:nvPr userDrawn="1"/>
          </p:nvSpPr>
          <p:spPr bwMode="auto">
            <a:xfrm>
              <a:off x="446885" y="4708526"/>
              <a:ext cx="47625" cy="87313"/>
            </a:xfrm>
            <a:custGeom>
              <a:avLst/>
              <a:gdLst>
                <a:gd name="T0" fmla="*/ 0 w 59"/>
                <a:gd name="T1" fmla="*/ 3 h 108"/>
                <a:gd name="T2" fmla="*/ 26 w 59"/>
                <a:gd name="T3" fmla="*/ 3 h 108"/>
                <a:gd name="T4" fmla="*/ 26 w 59"/>
                <a:gd name="T5" fmla="*/ 15 h 108"/>
                <a:gd name="T6" fmla="*/ 55 w 59"/>
                <a:gd name="T7" fmla="*/ 0 h 108"/>
                <a:gd name="T8" fmla="*/ 59 w 59"/>
                <a:gd name="T9" fmla="*/ 1 h 108"/>
                <a:gd name="T10" fmla="*/ 59 w 59"/>
                <a:gd name="T11" fmla="*/ 27 h 108"/>
                <a:gd name="T12" fmla="*/ 58 w 59"/>
                <a:gd name="T13" fmla="*/ 27 h 108"/>
                <a:gd name="T14" fmla="*/ 28 w 59"/>
                <a:gd name="T15" fmla="*/ 38 h 108"/>
                <a:gd name="T16" fmla="*/ 28 w 59"/>
                <a:gd name="T17" fmla="*/ 108 h 108"/>
                <a:gd name="T18" fmla="*/ 0 w 59"/>
                <a:gd name="T19" fmla="*/ 108 h 108"/>
                <a:gd name="T20" fmla="*/ 0 w 59"/>
                <a:gd name="T21" fmla="*/ 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6" name="Freeform 11"/>
            <p:cNvSpPr>
              <a:spLocks noEditPoints="1"/>
            </p:cNvSpPr>
            <p:nvPr userDrawn="1"/>
          </p:nvSpPr>
          <p:spPr bwMode="auto">
            <a:xfrm>
              <a:off x="685010" y="4708526"/>
              <a:ext cx="79375" cy="120650"/>
            </a:xfrm>
            <a:custGeom>
              <a:avLst/>
              <a:gdLst>
                <a:gd name="T0" fmla="*/ 49 w 98"/>
                <a:gd name="T1" fmla="*/ 85 h 149"/>
                <a:gd name="T2" fmla="*/ 72 w 98"/>
                <a:gd name="T3" fmla="*/ 50 h 149"/>
                <a:gd name="T4" fmla="*/ 49 w 98"/>
                <a:gd name="T5" fmla="*/ 20 h 149"/>
                <a:gd name="T6" fmla="*/ 28 w 98"/>
                <a:gd name="T7" fmla="*/ 51 h 149"/>
                <a:gd name="T8" fmla="*/ 49 w 98"/>
                <a:gd name="T9" fmla="*/ 85 h 149"/>
                <a:gd name="T10" fmla="*/ 98 w 98"/>
                <a:gd name="T11" fmla="*/ 2 h 149"/>
                <a:gd name="T12" fmla="*/ 98 w 98"/>
                <a:gd name="T13" fmla="*/ 102 h 149"/>
                <a:gd name="T14" fmla="*/ 47 w 98"/>
                <a:gd name="T15" fmla="*/ 149 h 149"/>
                <a:gd name="T16" fmla="*/ 3 w 98"/>
                <a:gd name="T17" fmla="*/ 123 h 149"/>
                <a:gd name="T18" fmla="*/ 30 w 98"/>
                <a:gd name="T19" fmla="*/ 118 h 149"/>
                <a:gd name="T20" fmla="*/ 50 w 98"/>
                <a:gd name="T21" fmla="*/ 128 h 149"/>
                <a:gd name="T22" fmla="*/ 72 w 98"/>
                <a:gd name="T23" fmla="*/ 105 h 149"/>
                <a:gd name="T24" fmla="*/ 72 w 98"/>
                <a:gd name="T25" fmla="*/ 93 h 149"/>
                <a:gd name="T26" fmla="*/ 71 w 98"/>
                <a:gd name="T27" fmla="*/ 92 h 149"/>
                <a:gd name="T28" fmla="*/ 44 w 98"/>
                <a:gd name="T29" fmla="*/ 108 h 149"/>
                <a:gd name="T30" fmla="*/ 0 w 98"/>
                <a:gd name="T31" fmla="*/ 55 h 149"/>
                <a:gd name="T32" fmla="*/ 42 w 98"/>
                <a:gd name="T33" fmla="*/ 0 h 149"/>
                <a:gd name="T34" fmla="*/ 73 w 98"/>
                <a:gd name="T35" fmla="*/ 15 h 149"/>
                <a:gd name="T36" fmla="*/ 73 w 98"/>
                <a:gd name="T37" fmla="*/ 15 h 149"/>
                <a:gd name="T38" fmla="*/ 75 w 98"/>
                <a:gd name="T39" fmla="*/ 2 h 149"/>
                <a:gd name="T40" fmla="*/ 98 w 98"/>
                <a:gd name="T41" fmla="*/ 2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7" name="Freeform 12"/>
            <p:cNvSpPr>
              <a:spLocks noEditPoints="1"/>
            </p:cNvSpPr>
            <p:nvPr userDrawn="1"/>
          </p:nvSpPr>
          <p:spPr bwMode="auto">
            <a:xfrm>
              <a:off x="843760" y="4678363"/>
              <a:ext cx="58738" cy="26988"/>
            </a:xfrm>
            <a:custGeom>
              <a:avLst/>
              <a:gdLst>
                <a:gd name="T0" fmla="*/ 14 w 37"/>
                <a:gd name="T1" fmla="*/ 2 h 17"/>
                <a:gd name="T2" fmla="*/ 9 w 37"/>
                <a:gd name="T3" fmla="*/ 2 h 17"/>
                <a:gd name="T4" fmla="*/ 9 w 37"/>
                <a:gd name="T5" fmla="*/ 17 h 17"/>
                <a:gd name="T6" fmla="*/ 6 w 37"/>
                <a:gd name="T7" fmla="*/ 17 h 17"/>
                <a:gd name="T8" fmla="*/ 6 w 37"/>
                <a:gd name="T9" fmla="*/ 2 h 17"/>
                <a:gd name="T10" fmla="*/ 0 w 37"/>
                <a:gd name="T11" fmla="*/ 2 h 17"/>
                <a:gd name="T12" fmla="*/ 0 w 37"/>
                <a:gd name="T13" fmla="*/ 0 h 17"/>
                <a:gd name="T14" fmla="*/ 14 w 37"/>
                <a:gd name="T15" fmla="*/ 0 h 17"/>
                <a:gd name="T16" fmla="*/ 14 w 37"/>
                <a:gd name="T17" fmla="*/ 2 h 17"/>
                <a:gd name="T18" fmla="*/ 37 w 37"/>
                <a:gd name="T19" fmla="*/ 17 h 17"/>
                <a:gd name="T20" fmla="*/ 34 w 37"/>
                <a:gd name="T21" fmla="*/ 17 h 17"/>
                <a:gd name="T22" fmla="*/ 34 w 37"/>
                <a:gd name="T23" fmla="*/ 2 h 17"/>
                <a:gd name="T24" fmla="*/ 34 w 37"/>
                <a:gd name="T25" fmla="*/ 2 h 17"/>
                <a:gd name="T26" fmla="*/ 29 w 37"/>
                <a:gd name="T27" fmla="*/ 17 h 17"/>
                <a:gd name="T28" fmla="*/ 27 w 37"/>
                <a:gd name="T29" fmla="*/ 17 h 17"/>
                <a:gd name="T30" fmla="*/ 21 w 37"/>
                <a:gd name="T31" fmla="*/ 2 h 17"/>
                <a:gd name="T32" fmla="*/ 20 w 37"/>
                <a:gd name="T33" fmla="*/ 2 h 17"/>
                <a:gd name="T34" fmla="*/ 20 w 37"/>
                <a:gd name="T35" fmla="*/ 17 h 17"/>
                <a:gd name="T36" fmla="*/ 18 w 37"/>
                <a:gd name="T37" fmla="*/ 17 h 17"/>
                <a:gd name="T38" fmla="*/ 18 w 37"/>
                <a:gd name="T39" fmla="*/ 0 h 17"/>
                <a:gd name="T40" fmla="*/ 22 w 37"/>
                <a:gd name="T41" fmla="*/ 0 h 17"/>
                <a:gd name="T42" fmla="*/ 28 w 37"/>
                <a:gd name="T43" fmla="*/ 13 h 17"/>
                <a:gd name="T44" fmla="*/ 33 w 37"/>
                <a:gd name="T45" fmla="*/ 0 h 17"/>
                <a:gd name="T46" fmla="*/ 37 w 37"/>
                <a:gd name="T47" fmla="*/ 0 h 17"/>
                <a:gd name="T48" fmla="*/ 37 w 37"/>
                <a:gd name="T4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747094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4325" y="267494"/>
            <a:ext cx="8515349" cy="4283869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 marL="361950" indent="-361950">
              <a:spcBef>
                <a:spcPts val="0"/>
              </a:spcBef>
              <a:buClrTx/>
              <a:buSzPct val="100000"/>
              <a:buFont typeface="+mj-lt"/>
              <a:buAutoNum type="arabicPeriod"/>
              <a:defRPr sz="3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contents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127742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13769" y="268288"/>
            <a:ext cx="6096839" cy="4283075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spcBef>
                <a:spcPts val="0"/>
              </a:spcBef>
              <a:buNone/>
              <a:defRPr sz="5500" baseline="0"/>
            </a:lvl1pPr>
            <a:lvl2pPr>
              <a:lnSpc>
                <a:spcPct val="85000"/>
              </a:lnSpc>
              <a:spcBef>
                <a:spcPts val="0"/>
              </a:spcBef>
              <a:defRPr sz="5500"/>
            </a:lvl2pPr>
            <a:lvl3pPr>
              <a:defRPr sz="5500"/>
            </a:lvl3pPr>
            <a:lvl4pPr>
              <a:defRPr sz="5500"/>
            </a:lvl4pPr>
            <a:lvl5pPr>
              <a:defRPr sz="5500"/>
            </a:lvl5pPr>
          </a:lstStyle>
          <a:p>
            <a:pPr lvl="0"/>
            <a:r>
              <a:rPr lang="en-US" dirty="0"/>
              <a:t>Click to edit section number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624808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13200" y="1181100"/>
            <a:ext cx="3968055" cy="3370262"/>
          </a:xfrm>
        </p:spPr>
        <p:txBody>
          <a:bodyPr>
            <a:normAutofit/>
          </a:bodyPr>
          <a:lstStyle>
            <a:lvl1pPr>
              <a:defRPr sz="1400" baseline="0"/>
            </a:lvl1pPr>
            <a:lvl2pPr>
              <a:defRPr sz="1400" baseline="0">
                <a:solidFill>
                  <a:schemeClr val="tx1"/>
                </a:solidFill>
              </a:defRPr>
            </a:lvl2pPr>
            <a:lvl3pPr>
              <a:defRPr sz="1400" baseline="0">
                <a:solidFill>
                  <a:schemeClr val="tx1"/>
                </a:solidFill>
              </a:defRPr>
            </a:lvl3pPr>
            <a:lvl4pPr>
              <a:defRPr sz="1400" baseline="0">
                <a:solidFill>
                  <a:schemeClr val="tx1"/>
                </a:solidFill>
              </a:defRPr>
            </a:lvl4pPr>
            <a:lvl5pPr>
              <a:defRPr sz="1400" baseline="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864795" y="1181100"/>
            <a:ext cx="3964880" cy="33702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GB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313199" y="268288"/>
            <a:ext cx="8516475" cy="74136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8654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928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Med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8810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002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3200" y="268288"/>
            <a:ext cx="8516475" cy="74136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3200" y="1181100"/>
            <a:ext cx="8516475" cy="33702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GB" dirty="0"/>
              <a:t>Sixth level</a:t>
            </a:r>
          </a:p>
        </p:txBody>
      </p:sp>
      <p:sp>
        <p:nvSpPr>
          <p:cNvPr id="9" name="Text Placeholder 10"/>
          <p:cNvSpPr txBox="1">
            <a:spLocks/>
          </p:cNvSpPr>
          <p:nvPr/>
        </p:nvSpPr>
        <p:spPr>
          <a:xfrm>
            <a:off x="314325" y="4535485"/>
            <a:ext cx="275010" cy="334961"/>
          </a:xfrm>
          <a:prstGeom prst="rect">
            <a:avLst/>
          </a:prstGeom>
        </p:spPr>
        <p:txBody>
          <a:bodyPr wrap="square" lIns="7200" tIns="0" rIns="0" bIns="0" anchor="b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/>
            </a:pPr>
            <a:fld id="{8702007A-2642-4DC4-A457-FD791426C840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1200"/>
                </a:spcAft>
                <a:buClr>
                  <a:srgbClr val="FFFFFF"/>
                </a:buClr>
                <a:buSzTx/>
                <a:buFont typeface="Helvetica 75" panose="020B0804020202020204" pitchFamily="34" charset="0"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7071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65" r:id="rId3"/>
    <p:sldLayoutId id="2147483664" r:id="rId4"/>
    <p:sldLayoutId id="2147483661" r:id="rId5"/>
    <p:sldLayoutId id="2147483662" r:id="rId6"/>
    <p:sldLayoutId id="2147483663" r:id="rId7"/>
    <p:sldLayoutId id="2147483666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 spc="-20" baseline="0">
          <a:solidFill>
            <a:schemeClr val="bg2"/>
          </a:solidFill>
          <a:latin typeface="Helvetica 75 Bold" panose="020B08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tabLst/>
        <a:defRPr sz="1400" kern="1200" spc="-20" baseline="0">
          <a:solidFill>
            <a:schemeClr val="bg2"/>
          </a:solidFill>
          <a:latin typeface="Helvetica 75 Bold" panose="020B0804020202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90000"/>
        </a:lnSpc>
        <a:spcBef>
          <a:spcPts val="600"/>
        </a:spcBef>
        <a:buClr>
          <a:schemeClr val="bg2"/>
        </a:buClr>
        <a:buFont typeface="Wingdings" panose="05000000000000000000" pitchFamily="2" charset="2"/>
        <a:buChar char="§"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3pPr>
      <a:lvl4pPr marL="407988" indent="-190500" algn="l" defTabSz="914400" rtl="0" eaLnBrk="1" latinLnBrk="0" hangingPunct="1">
        <a:lnSpc>
          <a:spcPct val="90000"/>
        </a:lnSpc>
        <a:spcBef>
          <a:spcPct val="20000"/>
        </a:spcBef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4pPr>
      <a:lvl5pPr marL="595313" indent="-173038" algn="l" defTabSz="914400" rtl="0" eaLnBrk="1" latinLnBrk="0" hangingPunct="1">
        <a:lnSpc>
          <a:spcPct val="90000"/>
        </a:lnSpc>
        <a:spcBef>
          <a:spcPct val="20000"/>
        </a:spcBef>
        <a:buClr>
          <a:schemeClr val="tx1"/>
        </a:buClr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5pPr>
      <a:lvl6pPr marL="800100" indent="-1905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Helvetica 55 Roman" panose="020B0604020202020204" pitchFamily="34" charset="0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304" y="123478"/>
            <a:ext cx="8743950" cy="2884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Google Shape;55;p13" descr="142326-Simplon-logo-simplon.co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305" y="4166755"/>
            <a:ext cx="1774422" cy="6922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57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01409" y="4239634"/>
            <a:ext cx="2185247" cy="619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176" y="4038775"/>
            <a:ext cx="1018205" cy="94817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892A7DA-F65C-487D-89AB-8EF1CD62457C}"/>
              </a:ext>
            </a:extLst>
          </p:cNvPr>
          <p:cNvSpPr/>
          <p:nvPr/>
        </p:nvSpPr>
        <p:spPr>
          <a:xfrm>
            <a:off x="228600" y="3219822"/>
            <a:ext cx="520749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Students internships &amp; employment tracking process/system for all our beneficiaries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980197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99BBDCE-D919-4C87-86A2-17EC88C6EF76}"/>
              </a:ext>
            </a:extLst>
          </p:cNvPr>
          <p:cNvSpPr txBox="1"/>
          <p:nvPr/>
        </p:nvSpPr>
        <p:spPr>
          <a:xfrm>
            <a:off x="3275856" y="123478"/>
            <a:ext cx="1800200" cy="18466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Region name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6249DB-EBEC-4B16-8B0D-6193DA087232}"/>
              </a:ext>
            </a:extLst>
          </p:cNvPr>
          <p:cNvSpPr txBox="1"/>
          <p:nvPr/>
        </p:nvSpPr>
        <p:spPr>
          <a:xfrm>
            <a:off x="3347864" y="411510"/>
            <a:ext cx="1656184" cy="18466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Cohort # (1,2,3,4,5)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FA9019-8ABF-4E22-89D7-972B2A7F85BE}"/>
              </a:ext>
            </a:extLst>
          </p:cNvPr>
          <p:cNvSpPr txBox="1"/>
          <p:nvPr/>
        </p:nvSpPr>
        <p:spPr>
          <a:xfrm>
            <a:off x="3347864" y="987574"/>
            <a:ext cx="1656184" cy="18466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Personal Info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819248-7AB1-4136-9A3A-B330B66259E6}"/>
              </a:ext>
            </a:extLst>
          </p:cNvPr>
          <p:cNvSpPr txBox="1"/>
          <p:nvPr/>
        </p:nvSpPr>
        <p:spPr>
          <a:xfrm>
            <a:off x="467544" y="1564218"/>
            <a:ext cx="1656184" cy="184666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First Name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D8DD74-561B-4AE6-B52B-B6B0CA980CE4}"/>
              </a:ext>
            </a:extLst>
          </p:cNvPr>
          <p:cNvSpPr txBox="1"/>
          <p:nvPr/>
        </p:nvSpPr>
        <p:spPr>
          <a:xfrm>
            <a:off x="2483768" y="1563638"/>
            <a:ext cx="1656184" cy="184666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Second Name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D43F34-CD8B-4DBE-BE84-93718A2E9A42}"/>
              </a:ext>
            </a:extLst>
          </p:cNvPr>
          <p:cNvSpPr txBox="1"/>
          <p:nvPr/>
        </p:nvSpPr>
        <p:spPr>
          <a:xfrm>
            <a:off x="4499992" y="1563638"/>
            <a:ext cx="1656184" cy="184666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Third Name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5D1899-21F7-4A99-8436-4A71B33CFB0A}"/>
              </a:ext>
            </a:extLst>
          </p:cNvPr>
          <p:cNvSpPr txBox="1"/>
          <p:nvPr/>
        </p:nvSpPr>
        <p:spPr>
          <a:xfrm>
            <a:off x="6516216" y="1563638"/>
            <a:ext cx="1656184" cy="184666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Family Name</a:t>
            </a:r>
          </a:p>
        </p:txBody>
      </p:sp>
      <p:sp>
        <p:nvSpPr>
          <p:cNvPr id="23" name="Right Bracket 22">
            <a:extLst>
              <a:ext uri="{FF2B5EF4-FFF2-40B4-BE49-F238E27FC236}">
                <a16:creationId xmlns:a16="http://schemas.microsoft.com/office/drawing/2014/main" id="{689A72F5-E5E1-4620-A07D-E32D6F50FEC6}"/>
              </a:ext>
            </a:extLst>
          </p:cNvPr>
          <p:cNvSpPr/>
          <p:nvPr/>
        </p:nvSpPr>
        <p:spPr>
          <a:xfrm rot="16200000">
            <a:off x="3943766" y="-1702478"/>
            <a:ext cx="248358" cy="6192686"/>
          </a:xfrm>
          <a:prstGeom prst="righ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97A6AAB-EF7F-46E8-B4A9-04BC1D7C54AD}"/>
              </a:ext>
            </a:extLst>
          </p:cNvPr>
          <p:cNvCxnSpPr/>
          <p:nvPr/>
        </p:nvCxnSpPr>
        <p:spPr>
          <a:xfrm>
            <a:off x="3347864" y="1275606"/>
            <a:ext cx="0" cy="221364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25906BA-6265-4443-A0EC-CE8AB74B05DB}"/>
              </a:ext>
            </a:extLst>
          </p:cNvPr>
          <p:cNvCxnSpPr/>
          <p:nvPr/>
        </p:nvCxnSpPr>
        <p:spPr>
          <a:xfrm>
            <a:off x="5004048" y="1275606"/>
            <a:ext cx="0" cy="221364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5CC511A-484C-4782-8A3A-4198F7423E73}"/>
              </a:ext>
            </a:extLst>
          </p:cNvPr>
          <p:cNvSpPr txBox="1"/>
          <p:nvPr/>
        </p:nvSpPr>
        <p:spPr>
          <a:xfrm>
            <a:off x="467544" y="2068274"/>
            <a:ext cx="1656184" cy="184666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Gender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203570-465D-4C30-B6AE-64FE09A7A5D2}"/>
              </a:ext>
            </a:extLst>
          </p:cNvPr>
          <p:cNvSpPr txBox="1"/>
          <p:nvPr/>
        </p:nvSpPr>
        <p:spPr>
          <a:xfrm>
            <a:off x="467544" y="2572330"/>
            <a:ext cx="1656184" cy="184666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Date of birth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24F476-4535-4D1F-9ECC-BF0028E81C83}"/>
              </a:ext>
            </a:extLst>
          </p:cNvPr>
          <p:cNvSpPr txBox="1"/>
          <p:nvPr/>
        </p:nvSpPr>
        <p:spPr>
          <a:xfrm>
            <a:off x="2608311" y="2068274"/>
            <a:ext cx="1224136" cy="184666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Female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A12C69F-7FB8-455A-A5C0-7E22CD3EB9EE}"/>
              </a:ext>
            </a:extLst>
          </p:cNvPr>
          <p:cNvSpPr txBox="1"/>
          <p:nvPr/>
        </p:nvSpPr>
        <p:spPr>
          <a:xfrm>
            <a:off x="3976463" y="2067694"/>
            <a:ext cx="1224136" cy="184666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Male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2448AF-0794-474B-8D87-1D01CFFA8D54}"/>
              </a:ext>
            </a:extLst>
          </p:cNvPr>
          <p:cNvSpPr txBox="1"/>
          <p:nvPr/>
        </p:nvSpPr>
        <p:spPr>
          <a:xfrm>
            <a:off x="2627784" y="2582578"/>
            <a:ext cx="1224136" cy="184666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Calendar (Y,M,D)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7831A5B-219A-4F7D-97C1-136658D15917}"/>
              </a:ext>
            </a:extLst>
          </p:cNvPr>
          <p:cNvSpPr txBox="1"/>
          <p:nvPr/>
        </p:nvSpPr>
        <p:spPr>
          <a:xfrm>
            <a:off x="467544" y="3075806"/>
            <a:ext cx="1656184" cy="184666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Nationality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153992C-CC1D-4200-8B82-4DA996A225D5}"/>
              </a:ext>
            </a:extLst>
          </p:cNvPr>
          <p:cNvSpPr txBox="1"/>
          <p:nvPr/>
        </p:nvSpPr>
        <p:spPr>
          <a:xfrm>
            <a:off x="2637926" y="3075806"/>
            <a:ext cx="1224136" cy="184666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Jordanian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986A8A9-0570-45C6-A44C-FF73BCD30CEE}"/>
              </a:ext>
            </a:extLst>
          </p:cNvPr>
          <p:cNvSpPr txBox="1"/>
          <p:nvPr/>
        </p:nvSpPr>
        <p:spPr>
          <a:xfrm>
            <a:off x="3934070" y="3075806"/>
            <a:ext cx="1250302" cy="184666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Non-Jordanian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CAB9AE6-0CEE-449D-A55E-C1BDC2D52FE6}"/>
              </a:ext>
            </a:extLst>
          </p:cNvPr>
          <p:cNvSpPr txBox="1"/>
          <p:nvPr/>
        </p:nvSpPr>
        <p:spPr>
          <a:xfrm>
            <a:off x="467544" y="3508434"/>
            <a:ext cx="1656184" cy="184666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Education level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4BDB688-E6EC-47F7-86D6-872BCF13B677}"/>
              </a:ext>
            </a:extLst>
          </p:cNvPr>
          <p:cNvSpPr txBox="1"/>
          <p:nvPr/>
        </p:nvSpPr>
        <p:spPr>
          <a:xfrm>
            <a:off x="2673628" y="3518887"/>
            <a:ext cx="1224136" cy="184666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High School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26EDD13-4668-4A81-9732-32D4A2E9D6AA}"/>
              </a:ext>
            </a:extLst>
          </p:cNvPr>
          <p:cNvSpPr txBox="1"/>
          <p:nvPr/>
        </p:nvSpPr>
        <p:spPr>
          <a:xfrm>
            <a:off x="3969772" y="3518887"/>
            <a:ext cx="1250302" cy="184666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Bachelor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DDDC4FD-FBAE-4727-933A-9A1FB9ED0DB7}"/>
              </a:ext>
            </a:extLst>
          </p:cNvPr>
          <p:cNvSpPr txBox="1"/>
          <p:nvPr/>
        </p:nvSpPr>
        <p:spPr>
          <a:xfrm>
            <a:off x="5337924" y="3518887"/>
            <a:ext cx="1250302" cy="184666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Master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9E034CC-907B-4CC7-AC83-E3B136C6BD47}"/>
              </a:ext>
            </a:extLst>
          </p:cNvPr>
          <p:cNvSpPr txBox="1"/>
          <p:nvPr/>
        </p:nvSpPr>
        <p:spPr>
          <a:xfrm>
            <a:off x="467544" y="3940483"/>
            <a:ext cx="1656184" cy="184666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Education background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C728192-88F2-40C0-95DF-64515E368B48}"/>
              </a:ext>
            </a:extLst>
          </p:cNvPr>
          <p:cNvSpPr txBox="1"/>
          <p:nvPr/>
        </p:nvSpPr>
        <p:spPr>
          <a:xfrm>
            <a:off x="2627987" y="3940893"/>
            <a:ext cx="1224136" cy="184666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IT background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9AF4B46-5B6C-414B-B7B8-5DE867A80873}"/>
              </a:ext>
            </a:extLst>
          </p:cNvPr>
          <p:cNvSpPr txBox="1"/>
          <p:nvPr/>
        </p:nvSpPr>
        <p:spPr>
          <a:xfrm>
            <a:off x="4041981" y="3940893"/>
            <a:ext cx="1466326" cy="184666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Non_IT_background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DBE5B6C-F459-422E-A7F1-F3CCFAFE0637}"/>
              </a:ext>
            </a:extLst>
          </p:cNvPr>
          <p:cNvSpPr txBox="1"/>
          <p:nvPr/>
        </p:nvSpPr>
        <p:spPr>
          <a:xfrm>
            <a:off x="107508" y="123478"/>
            <a:ext cx="864094" cy="18466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en-US" sz="1200" dirty="0">
                <a:solidFill>
                  <a:srgbClr val="FF7900"/>
                </a:solidFill>
              </a:rPr>
              <a:t>1</a:t>
            </a:r>
            <a:r>
              <a:rPr lang="en-US" sz="1200" baseline="30000" dirty="0">
                <a:solidFill>
                  <a:srgbClr val="FF7900"/>
                </a:solidFill>
              </a:rPr>
              <a:t>st</a:t>
            </a:r>
            <a:r>
              <a:rPr lang="en-US" sz="1200" dirty="0">
                <a:solidFill>
                  <a:srgbClr val="FF7900"/>
                </a:solidFill>
              </a:rPr>
              <a:t> page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CAD43E3-6824-4959-A9B4-4673AF4EBBFA}"/>
              </a:ext>
            </a:extLst>
          </p:cNvPr>
          <p:cNvSpPr txBox="1"/>
          <p:nvPr/>
        </p:nvSpPr>
        <p:spPr>
          <a:xfrm>
            <a:off x="3347864" y="699542"/>
            <a:ext cx="1656184" cy="184666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Training type</a:t>
            </a:r>
          </a:p>
        </p:txBody>
      </p:sp>
      <p:sp>
        <p:nvSpPr>
          <p:cNvPr id="74" name="Arrow: Striped Right 73">
            <a:extLst>
              <a:ext uri="{FF2B5EF4-FFF2-40B4-BE49-F238E27FC236}">
                <a16:creationId xmlns:a16="http://schemas.microsoft.com/office/drawing/2014/main" id="{9F480159-67E1-490B-B10B-48EB45E31D94}"/>
              </a:ext>
            </a:extLst>
          </p:cNvPr>
          <p:cNvSpPr/>
          <p:nvPr/>
        </p:nvSpPr>
        <p:spPr>
          <a:xfrm>
            <a:off x="2195736" y="2067694"/>
            <a:ext cx="360040" cy="184667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75" name="Arrow: Striped Right 74">
            <a:extLst>
              <a:ext uri="{FF2B5EF4-FFF2-40B4-BE49-F238E27FC236}">
                <a16:creationId xmlns:a16="http://schemas.microsoft.com/office/drawing/2014/main" id="{A04FD723-1F2D-4394-920B-5CCC51DA9792}"/>
              </a:ext>
            </a:extLst>
          </p:cNvPr>
          <p:cNvSpPr/>
          <p:nvPr/>
        </p:nvSpPr>
        <p:spPr>
          <a:xfrm>
            <a:off x="2195736" y="2603107"/>
            <a:ext cx="360040" cy="184667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76" name="Arrow: Striped Right 75">
            <a:extLst>
              <a:ext uri="{FF2B5EF4-FFF2-40B4-BE49-F238E27FC236}">
                <a16:creationId xmlns:a16="http://schemas.microsoft.com/office/drawing/2014/main" id="{5B748B8F-F44D-497E-A9EC-825FCF44440A}"/>
              </a:ext>
            </a:extLst>
          </p:cNvPr>
          <p:cNvSpPr/>
          <p:nvPr/>
        </p:nvSpPr>
        <p:spPr>
          <a:xfrm>
            <a:off x="2195736" y="3075806"/>
            <a:ext cx="360040" cy="184667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77" name="Arrow: Striped Right 76">
            <a:extLst>
              <a:ext uri="{FF2B5EF4-FFF2-40B4-BE49-F238E27FC236}">
                <a16:creationId xmlns:a16="http://schemas.microsoft.com/office/drawing/2014/main" id="{E52FEAFC-3F1B-4125-865D-80A627E6097F}"/>
              </a:ext>
            </a:extLst>
          </p:cNvPr>
          <p:cNvSpPr/>
          <p:nvPr/>
        </p:nvSpPr>
        <p:spPr>
          <a:xfrm>
            <a:off x="2195736" y="3539211"/>
            <a:ext cx="360040" cy="184667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78" name="Arrow: Striped Right 77">
            <a:extLst>
              <a:ext uri="{FF2B5EF4-FFF2-40B4-BE49-F238E27FC236}">
                <a16:creationId xmlns:a16="http://schemas.microsoft.com/office/drawing/2014/main" id="{47C3D0E6-68C4-42DA-8B87-04A9BBC13B6C}"/>
              </a:ext>
            </a:extLst>
          </p:cNvPr>
          <p:cNvSpPr/>
          <p:nvPr/>
        </p:nvSpPr>
        <p:spPr>
          <a:xfrm>
            <a:off x="2195736" y="3971259"/>
            <a:ext cx="360040" cy="184667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C24BBEF-098F-4497-85C5-22AEBC3C339D}"/>
              </a:ext>
            </a:extLst>
          </p:cNvPr>
          <p:cNvSpPr txBox="1"/>
          <p:nvPr/>
        </p:nvSpPr>
        <p:spPr>
          <a:xfrm>
            <a:off x="3969772" y="2067694"/>
            <a:ext cx="1224136" cy="184666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Male</a:t>
            </a:r>
          </a:p>
        </p:txBody>
      </p:sp>
      <p:sp>
        <p:nvSpPr>
          <p:cNvPr id="80" name="Right Bracket 79">
            <a:extLst>
              <a:ext uri="{FF2B5EF4-FFF2-40B4-BE49-F238E27FC236}">
                <a16:creationId xmlns:a16="http://schemas.microsoft.com/office/drawing/2014/main" id="{3B546DDC-29BF-4E77-8B80-AE799671A412}"/>
              </a:ext>
            </a:extLst>
          </p:cNvPr>
          <p:cNvSpPr/>
          <p:nvPr/>
        </p:nvSpPr>
        <p:spPr>
          <a:xfrm>
            <a:off x="5292080" y="123478"/>
            <a:ext cx="144016" cy="1048762"/>
          </a:xfrm>
          <a:prstGeom prst="rightBracket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0EA7492-EEB4-495E-985B-DCCAB0D0586B}"/>
              </a:ext>
            </a:extLst>
          </p:cNvPr>
          <p:cNvSpPr txBox="1"/>
          <p:nvPr/>
        </p:nvSpPr>
        <p:spPr>
          <a:xfrm>
            <a:off x="5652120" y="463193"/>
            <a:ext cx="1656184" cy="184666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Drop down list</a:t>
            </a:r>
          </a:p>
        </p:txBody>
      </p:sp>
    </p:spTree>
    <p:extLst>
      <p:ext uri="{BB962C8B-B14F-4D97-AF65-F5344CB8AC3E}">
        <p14:creationId xmlns:p14="http://schemas.microsoft.com/office/powerpoint/2010/main" val="404163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1DFE0D5-CA4B-43D5-BBF0-E861615E582D}"/>
              </a:ext>
            </a:extLst>
          </p:cNvPr>
          <p:cNvSpPr txBox="1"/>
          <p:nvPr/>
        </p:nvSpPr>
        <p:spPr>
          <a:xfrm>
            <a:off x="2411760" y="51470"/>
            <a:ext cx="4320480" cy="369332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Employment status </a:t>
            </a:r>
          </a:p>
          <a:p>
            <a:pPr algn="ctr"/>
            <a:r>
              <a:rPr lang="en-US" sz="1200" dirty="0"/>
              <a:t>(Updated every 3,6,9,12,24 months and keeps history)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06DBEE-090C-4A14-BAB1-A7330565910F}"/>
              </a:ext>
            </a:extLst>
          </p:cNvPr>
          <p:cNvSpPr txBox="1"/>
          <p:nvPr/>
        </p:nvSpPr>
        <p:spPr>
          <a:xfrm>
            <a:off x="323528" y="1378972"/>
            <a:ext cx="2088232" cy="184666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Internship (1 month)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C47D76-B1F5-451D-9D64-CF4D309F683F}"/>
              </a:ext>
            </a:extLst>
          </p:cNvPr>
          <p:cNvSpPr txBox="1"/>
          <p:nvPr/>
        </p:nvSpPr>
        <p:spPr>
          <a:xfrm>
            <a:off x="4729110" y="1381666"/>
            <a:ext cx="1944216" cy="184666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Employee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CFD599-6CB7-4DBF-ABD3-76DADDECE9F8}"/>
              </a:ext>
            </a:extLst>
          </p:cNvPr>
          <p:cNvSpPr txBox="1"/>
          <p:nvPr/>
        </p:nvSpPr>
        <p:spPr>
          <a:xfrm>
            <a:off x="6948264" y="1378972"/>
            <a:ext cx="1728192" cy="184666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Freelance</a:t>
            </a:r>
          </a:p>
        </p:txBody>
      </p:sp>
      <p:sp>
        <p:nvSpPr>
          <p:cNvPr id="27" name="Right Bracket 26">
            <a:extLst>
              <a:ext uri="{FF2B5EF4-FFF2-40B4-BE49-F238E27FC236}">
                <a16:creationId xmlns:a16="http://schemas.microsoft.com/office/drawing/2014/main" id="{64E3E362-7D00-4FD8-977B-971AC1714C89}"/>
              </a:ext>
            </a:extLst>
          </p:cNvPr>
          <p:cNvSpPr/>
          <p:nvPr/>
        </p:nvSpPr>
        <p:spPr>
          <a:xfrm rot="16200000">
            <a:off x="4319973" y="-2481796"/>
            <a:ext cx="288031" cy="6264698"/>
          </a:xfrm>
          <a:prstGeom prst="righ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B3C50E-DC52-44BF-9FDD-4B02A66E9202}"/>
              </a:ext>
            </a:extLst>
          </p:cNvPr>
          <p:cNvSpPr txBox="1"/>
          <p:nvPr/>
        </p:nvSpPr>
        <p:spPr>
          <a:xfrm>
            <a:off x="107508" y="146497"/>
            <a:ext cx="864094" cy="184666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rgbClr val="FF7900"/>
                </a:solidFill>
              </a:rPr>
              <a:t>2</a:t>
            </a:r>
            <a:r>
              <a:rPr lang="en-US" sz="1200" baseline="30000" dirty="0">
                <a:solidFill>
                  <a:srgbClr val="FF7900"/>
                </a:solidFill>
              </a:rPr>
              <a:t>nd</a:t>
            </a:r>
            <a:r>
              <a:rPr lang="en-US" sz="1200" dirty="0">
                <a:solidFill>
                  <a:srgbClr val="FF7900"/>
                </a:solidFill>
              </a:rPr>
              <a:t> page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0F6169B-DAC3-4135-BB60-F89529FC7B25}"/>
              </a:ext>
            </a:extLst>
          </p:cNvPr>
          <p:cNvSpPr txBox="1"/>
          <p:nvPr/>
        </p:nvSpPr>
        <p:spPr>
          <a:xfrm>
            <a:off x="539552" y="1834039"/>
            <a:ext cx="1728192" cy="369332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Period</a:t>
            </a:r>
          </a:p>
          <a:p>
            <a:pPr algn="ctr"/>
            <a:r>
              <a:rPr lang="en-US" sz="1200" dirty="0"/>
              <a:t>From - To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8EA2BF0-CDD0-4F29-A4FF-60F1C43330FB}"/>
              </a:ext>
            </a:extLst>
          </p:cNvPr>
          <p:cNvSpPr txBox="1"/>
          <p:nvPr/>
        </p:nvSpPr>
        <p:spPr>
          <a:xfrm>
            <a:off x="539552" y="2427734"/>
            <a:ext cx="1728192" cy="184666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Company name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A369495-E13D-4D1A-A64D-E36DC914135F}"/>
              </a:ext>
            </a:extLst>
          </p:cNvPr>
          <p:cNvSpPr txBox="1"/>
          <p:nvPr/>
        </p:nvSpPr>
        <p:spPr>
          <a:xfrm>
            <a:off x="539552" y="2806147"/>
            <a:ext cx="1728192" cy="369332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Department/sector name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2D6BEDB-9B97-4456-9D71-BC2569F22EE8}"/>
              </a:ext>
            </a:extLst>
          </p:cNvPr>
          <p:cNvCxnSpPr>
            <a:cxnSpLocks/>
          </p:cNvCxnSpPr>
          <p:nvPr/>
        </p:nvCxnSpPr>
        <p:spPr>
          <a:xfrm>
            <a:off x="1403648" y="2620739"/>
            <a:ext cx="0" cy="19300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52A49B1-714E-48E0-B3AB-4433D2B0EA04}"/>
              </a:ext>
            </a:extLst>
          </p:cNvPr>
          <p:cNvSpPr txBox="1"/>
          <p:nvPr/>
        </p:nvSpPr>
        <p:spPr>
          <a:xfrm>
            <a:off x="539552" y="3363838"/>
            <a:ext cx="1728192" cy="184666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Job title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5F69367-4C3D-4C54-A71B-F3004914F74B}"/>
              </a:ext>
            </a:extLst>
          </p:cNvPr>
          <p:cNvSpPr txBox="1"/>
          <p:nvPr/>
        </p:nvSpPr>
        <p:spPr>
          <a:xfrm>
            <a:off x="4873126" y="1926372"/>
            <a:ext cx="1728192" cy="369332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Period</a:t>
            </a:r>
          </a:p>
          <a:p>
            <a:pPr algn="ctr"/>
            <a:r>
              <a:rPr lang="en-US" sz="1200" dirty="0"/>
              <a:t>From - To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E2DBF4F-F0B2-4CED-BBF1-B18821EF6EC8}"/>
              </a:ext>
            </a:extLst>
          </p:cNvPr>
          <p:cNvSpPr txBox="1"/>
          <p:nvPr/>
        </p:nvSpPr>
        <p:spPr>
          <a:xfrm>
            <a:off x="4873126" y="2531100"/>
            <a:ext cx="1728192" cy="184666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Company name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421C4A1-1AD4-4874-A061-4C329A6EC69F}"/>
              </a:ext>
            </a:extLst>
          </p:cNvPr>
          <p:cNvCxnSpPr>
            <a:cxnSpLocks/>
            <a:endCxn id="73" idx="0"/>
          </p:cNvCxnSpPr>
          <p:nvPr/>
        </p:nvCxnSpPr>
        <p:spPr>
          <a:xfrm>
            <a:off x="5737222" y="2287365"/>
            <a:ext cx="0" cy="24373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54AB2779-DB4B-43DF-B33E-A6CBBE387A36}"/>
              </a:ext>
            </a:extLst>
          </p:cNvPr>
          <p:cNvSpPr txBox="1"/>
          <p:nvPr/>
        </p:nvSpPr>
        <p:spPr>
          <a:xfrm>
            <a:off x="4873126" y="3003798"/>
            <a:ext cx="1728192" cy="369332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Department/sector name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4C782A6-70B3-44DA-8DCD-C89A17110865}"/>
              </a:ext>
            </a:extLst>
          </p:cNvPr>
          <p:cNvCxnSpPr>
            <a:cxnSpLocks/>
            <a:stCxn id="72" idx="2"/>
          </p:cNvCxnSpPr>
          <p:nvPr/>
        </p:nvCxnSpPr>
        <p:spPr>
          <a:xfrm>
            <a:off x="5737222" y="2295704"/>
            <a:ext cx="0" cy="12543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619FF519-2743-4F2E-BDB0-E07CDFE4FEE3}"/>
              </a:ext>
            </a:extLst>
          </p:cNvPr>
          <p:cNvSpPr txBox="1"/>
          <p:nvPr/>
        </p:nvSpPr>
        <p:spPr>
          <a:xfrm>
            <a:off x="4873126" y="3579862"/>
            <a:ext cx="1728192" cy="184666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Job title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A6F31EC5-0258-40F3-88F3-520CD8B2AD9A}"/>
              </a:ext>
            </a:extLst>
          </p:cNvPr>
          <p:cNvCxnSpPr>
            <a:cxnSpLocks/>
          </p:cNvCxnSpPr>
          <p:nvPr/>
        </p:nvCxnSpPr>
        <p:spPr>
          <a:xfrm>
            <a:off x="5737222" y="3363838"/>
            <a:ext cx="0" cy="20673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664CB14A-0EB3-4632-A8C1-7F29A6EF46AA}"/>
              </a:ext>
            </a:extLst>
          </p:cNvPr>
          <p:cNvSpPr txBox="1"/>
          <p:nvPr/>
        </p:nvSpPr>
        <p:spPr>
          <a:xfrm>
            <a:off x="2699787" y="1373586"/>
            <a:ext cx="1944216" cy="184666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Internship for employment</a:t>
            </a: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D80E6EA2-EAE9-4F0E-9303-1FE0647CC378}"/>
              </a:ext>
            </a:extLst>
          </p:cNvPr>
          <p:cNvCxnSpPr>
            <a:cxnSpLocks/>
          </p:cNvCxnSpPr>
          <p:nvPr/>
        </p:nvCxnSpPr>
        <p:spPr>
          <a:xfrm>
            <a:off x="5737222" y="2715766"/>
            <a:ext cx="0" cy="27504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053BA866-7DA4-4172-BA8D-CCE466326C4C}"/>
              </a:ext>
            </a:extLst>
          </p:cNvPr>
          <p:cNvSpPr/>
          <p:nvPr/>
        </p:nvSpPr>
        <p:spPr>
          <a:xfrm>
            <a:off x="3491884" y="955911"/>
            <a:ext cx="4127781" cy="322390"/>
          </a:xfrm>
          <a:prstGeom prst="roundRect">
            <a:avLst/>
          </a:prstGeom>
          <a:noFill/>
          <a:ln>
            <a:solidFill>
              <a:srgbClr val="FF7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Employment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CA7E7207-A277-486F-9CB2-25DA913C374C}"/>
              </a:ext>
            </a:extLst>
          </p:cNvPr>
          <p:cNvSpPr/>
          <p:nvPr/>
        </p:nvSpPr>
        <p:spPr>
          <a:xfrm>
            <a:off x="251528" y="962339"/>
            <a:ext cx="2304248" cy="322390"/>
          </a:xfrm>
          <a:prstGeom prst="roundRect">
            <a:avLst/>
          </a:prstGeom>
          <a:noFill/>
          <a:ln>
            <a:solidFill>
              <a:srgbClr val="FF7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Training program Internship</a:t>
            </a:r>
          </a:p>
        </p:txBody>
      </p:sp>
      <p:sp>
        <p:nvSpPr>
          <p:cNvPr id="103" name="Right Bracket 102">
            <a:extLst>
              <a:ext uri="{FF2B5EF4-FFF2-40B4-BE49-F238E27FC236}">
                <a16:creationId xmlns:a16="http://schemas.microsoft.com/office/drawing/2014/main" id="{7EF4DA51-092B-4D59-B84B-4BDAC065C289}"/>
              </a:ext>
            </a:extLst>
          </p:cNvPr>
          <p:cNvSpPr/>
          <p:nvPr/>
        </p:nvSpPr>
        <p:spPr>
          <a:xfrm rot="5400000">
            <a:off x="5633968" y="-553687"/>
            <a:ext cx="245641" cy="4529811"/>
          </a:xfrm>
          <a:prstGeom prst="righ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CC032F42-ADEC-46D3-84E9-48547DCFB4EE}"/>
              </a:ext>
            </a:extLst>
          </p:cNvPr>
          <p:cNvCxnSpPr>
            <a:cxnSpLocks/>
          </p:cNvCxnSpPr>
          <p:nvPr/>
        </p:nvCxnSpPr>
        <p:spPr>
          <a:xfrm>
            <a:off x="5508104" y="1635646"/>
            <a:ext cx="1" cy="19300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844293D5-A5F5-4A55-BADC-886D8F983C27}"/>
              </a:ext>
            </a:extLst>
          </p:cNvPr>
          <p:cNvCxnSpPr>
            <a:cxnSpLocks/>
          </p:cNvCxnSpPr>
          <p:nvPr/>
        </p:nvCxnSpPr>
        <p:spPr>
          <a:xfrm>
            <a:off x="1403648" y="3158847"/>
            <a:ext cx="0" cy="19300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3CCE174C-CF22-49D1-AFCE-722F77A96FE3}"/>
              </a:ext>
            </a:extLst>
          </p:cNvPr>
          <p:cNvCxnSpPr>
            <a:cxnSpLocks/>
          </p:cNvCxnSpPr>
          <p:nvPr/>
        </p:nvCxnSpPr>
        <p:spPr>
          <a:xfrm>
            <a:off x="1403648" y="2211710"/>
            <a:ext cx="0" cy="19300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FCFB0BA9-4BB9-4DCD-B7FF-4C1D9EB452AE}"/>
              </a:ext>
            </a:extLst>
          </p:cNvPr>
          <p:cNvCxnSpPr>
            <a:cxnSpLocks/>
          </p:cNvCxnSpPr>
          <p:nvPr/>
        </p:nvCxnSpPr>
        <p:spPr>
          <a:xfrm>
            <a:off x="1403648" y="1586657"/>
            <a:ext cx="0" cy="19300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32199CDC-ADCE-4CBB-AFA2-42D25A8B0EDA}"/>
              </a:ext>
            </a:extLst>
          </p:cNvPr>
          <p:cNvSpPr txBox="1"/>
          <p:nvPr/>
        </p:nvSpPr>
        <p:spPr>
          <a:xfrm>
            <a:off x="539552" y="3755236"/>
            <a:ext cx="1728192" cy="369332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Team leader name (reported to)</a:t>
            </a:r>
          </a:p>
        </p:txBody>
      </p: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B0FFCE18-B824-4660-86FA-2787805F4FD8}"/>
              </a:ext>
            </a:extLst>
          </p:cNvPr>
          <p:cNvCxnSpPr>
            <a:cxnSpLocks/>
          </p:cNvCxnSpPr>
          <p:nvPr/>
        </p:nvCxnSpPr>
        <p:spPr>
          <a:xfrm>
            <a:off x="1403648" y="3579862"/>
            <a:ext cx="0" cy="19300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E4AF5FD8-6EF8-4C10-A49E-3DB7309B3353}"/>
              </a:ext>
            </a:extLst>
          </p:cNvPr>
          <p:cNvSpPr txBox="1"/>
          <p:nvPr/>
        </p:nvSpPr>
        <p:spPr>
          <a:xfrm>
            <a:off x="539552" y="4299942"/>
            <a:ext cx="1728192" cy="184666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E-mail</a:t>
            </a: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2F181A66-8B51-4882-9005-EF877E799E43}"/>
              </a:ext>
            </a:extLst>
          </p:cNvPr>
          <p:cNvCxnSpPr>
            <a:cxnSpLocks/>
          </p:cNvCxnSpPr>
          <p:nvPr/>
        </p:nvCxnSpPr>
        <p:spPr>
          <a:xfrm>
            <a:off x="1403648" y="4106937"/>
            <a:ext cx="0" cy="19300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AC3EA240-7EAD-456B-A9A7-DE8E256EC1A8}"/>
              </a:ext>
            </a:extLst>
          </p:cNvPr>
          <p:cNvSpPr txBox="1"/>
          <p:nvPr/>
        </p:nvSpPr>
        <p:spPr>
          <a:xfrm>
            <a:off x="539552" y="4691340"/>
            <a:ext cx="1728192" cy="184666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Mobile #</a:t>
            </a: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140A5B15-0E2E-4CBE-91A5-79834C4D7819}"/>
              </a:ext>
            </a:extLst>
          </p:cNvPr>
          <p:cNvCxnSpPr>
            <a:cxnSpLocks/>
          </p:cNvCxnSpPr>
          <p:nvPr/>
        </p:nvCxnSpPr>
        <p:spPr>
          <a:xfrm>
            <a:off x="1403648" y="4515966"/>
            <a:ext cx="0" cy="19300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275044B5-0547-4E23-8101-25CFC4B76646}"/>
              </a:ext>
            </a:extLst>
          </p:cNvPr>
          <p:cNvSpPr txBox="1"/>
          <p:nvPr/>
        </p:nvSpPr>
        <p:spPr>
          <a:xfrm>
            <a:off x="4860032" y="3972296"/>
            <a:ext cx="1728192" cy="369332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Team leader name (reported to)</a:t>
            </a: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7D654946-97A0-44E0-A50D-F89AEA65E980}"/>
              </a:ext>
            </a:extLst>
          </p:cNvPr>
          <p:cNvCxnSpPr>
            <a:cxnSpLocks/>
          </p:cNvCxnSpPr>
          <p:nvPr/>
        </p:nvCxnSpPr>
        <p:spPr>
          <a:xfrm>
            <a:off x="5724128" y="3772867"/>
            <a:ext cx="0" cy="19300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9064A6B5-D1C1-444F-95FB-A6486AF689D2}"/>
              </a:ext>
            </a:extLst>
          </p:cNvPr>
          <p:cNvSpPr txBox="1"/>
          <p:nvPr/>
        </p:nvSpPr>
        <p:spPr>
          <a:xfrm>
            <a:off x="4860032" y="4547324"/>
            <a:ext cx="1728192" cy="184666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E-mail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1AFF590E-59AD-432E-A4D4-E2A40B8CC548}"/>
              </a:ext>
            </a:extLst>
          </p:cNvPr>
          <p:cNvCxnSpPr>
            <a:cxnSpLocks/>
          </p:cNvCxnSpPr>
          <p:nvPr/>
        </p:nvCxnSpPr>
        <p:spPr>
          <a:xfrm>
            <a:off x="5724128" y="4354319"/>
            <a:ext cx="0" cy="19300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21C16302-4804-4886-A87A-2409AC0B8F1D}"/>
              </a:ext>
            </a:extLst>
          </p:cNvPr>
          <p:cNvSpPr txBox="1"/>
          <p:nvPr/>
        </p:nvSpPr>
        <p:spPr>
          <a:xfrm>
            <a:off x="4860032" y="4948014"/>
            <a:ext cx="1728192" cy="184666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Mobile #</a:t>
            </a:r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EDF8605F-D61B-4DD0-888B-63D4911EC3F4}"/>
              </a:ext>
            </a:extLst>
          </p:cNvPr>
          <p:cNvCxnSpPr>
            <a:cxnSpLocks/>
          </p:cNvCxnSpPr>
          <p:nvPr/>
        </p:nvCxnSpPr>
        <p:spPr>
          <a:xfrm>
            <a:off x="5724128" y="4731990"/>
            <a:ext cx="0" cy="19300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ight Brace 1">
            <a:extLst>
              <a:ext uri="{FF2B5EF4-FFF2-40B4-BE49-F238E27FC236}">
                <a16:creationId xmlns:a16="http://schemas.microsoft.com/office/drawing/2014/main" id="{6BA5FB42-957B-47B9-86F3-1B91BED4ED8C}"/>
              </a:ext>
            </a:extLst>
          </p:cNvPr>
          <p:cNvSpPr/>
          <p:nvPr/>
        </p:nvSpPr>
        <p:spPr>
          <a:xfrm>
            <a:off x="2411760" y="3867894"/>
            <a:ext cx="288013" cy="1008112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ight Brace 41">
            <a:extLst>
              <a:ext uri="{FF2B5EF4-FFF2-40B4-BE49-F238E27FC236}">
                <a16:creationId xmlns:a16="http://schemas.microsoft.com/office/drawing/2014/main" id="{9CCF79E0-403C-45BA-A9D8-EB46EDE0053F}"/>
              </a:ext>
            </a:extLst>
          </p:cNvPr>
          <p:cNvSpPr/>
          <p:nvPr/>
        </p:nvSpPr>
        <p:spPr>
          <a:xfrm>
            <a:off x="6660251" y="4083918"/>
            <a:ext cx="288013" cy="1008112"/>
          </a:xfrm>
          <a:prstGeom prst="rightBrac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52BA77B-D255-4DD9-89A9-6C9C357D5B41}"/>
              </a:ext>
            </a:extLst>
          </p:cNvPr>
          <p:cNvSpPr/>
          <p:nvPr/>
        </p:nvSpPr>
        <p:spPr>
          <a:xfrm>
            <a:off x="2771799" y="4012946"/>
            <a:ext cx="1152105" cy="71904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Contacts of the team leader in the company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2CC74583-822D-44D7-A8B1-19EBC6ADC7F9}"/>
              </a:ext>
            </a:extLst>
          </p:cNvPr>
          <p:cNvSpPr/>
          <p:nvPr/>
        </p:nvSpPr>
        <p:spPr>
          <a:xfrm>
            <a:off x="7020272" y="4228970"/>
            <a:ext cx="1152105" cy="71904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Contacts of the team leader in the company</a:t>
            </a:r>
          </a:p>
        </p:txBody>
      </p:sp>
    </p:spTree>
    <p:extLst>
      <p:ext uri="{BB962C8B-B14F-4D97-AF65-F5344CB8AC3E}">
        <p14:creationId xmlns:p14="http://schemas.microsoft.com/office/powerpoint/2010/main" val="2442724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D5AECC-2ACC-4FDF-8097-E9E1C1414E25}"/>
              </a:ext>
            </a:extLst>
          </p:cNvPr>
          <p:cNvSpPr txBox="1"/>
          <p:nvPr/>
        </p:nvSpPr>
        <p:spPr>
          <a:xfrm>
            <a:off x="251520" y="154836"/>
            <a:ext cx="8568952" cy="18466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rgbClr val="FF7900"/>
                </a:solidFill>
              </a:rPr>
              <a:t>Survey tool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E319E5-BF07-447B-ABB6-BB056E77B17C}"/>
              </a:ext>
            </a:extLst>
          </p:cNvPr>
          <p:cNvSpPr txBox="1"/>
          <p:nvPr/>
        </p:nvSpPr>
        <p:spPr>
          <a:xfrm>
            <a:off x="323528" y="411510"/>
            <a:ext cx="8568952" cy="338554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/>
              <a:t>* It allows us to send any survey / text by uploading it &amp; specifying the category of beneficiaries to share with them</a:t>
            </a:r>
          </a:p>
          <a:p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FBA641-AE57-4A05-BAF1-B10852D99B0B}"/>
              </a:ext>
            </a:extLst>
          </p:cNvPr>
          <p:cNvSpPr txBox="1"/>
          <p:nvPr/>
        </p:nvSpPr>
        <p:spPr>
          <a:xfrm>
            <a:off x="3563888" y="1203598"/>
            <a:ext cx="3528392" cy="184666"/>
          </a:xfrm>
          <a:prstGeom prst="rect">
            <a:avLst/>
          </a:prstGeom>
          <a:noFill/>
          <a:ln>
            <a:solidFill>
              <a:srgbClr val="FF79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Attach beneficiary emails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3D764E-1824-4742-8B4E-9E7BA525DFE9}"/>
              </a:ext>
            </a:extLst>
          </p:cNvPr>
          <p:cNvSpPr txBox="1"/>
          <p:nvPr/>
        </p:nvSpPr>
        <p:spPr>
          <a:xfrm>
            <a:off x="2483768" y="1203598"/>
            <a:ext cx="1008112" cy="184666"/>
          </a:xfrm>
          <a:prstGeom prst="rect">
            <a:avLst/>
          </a:prstGeom>
          <a:noFill/>
          <a:ln>
            <a:solidFill>
              <a:srgbClr val="FF79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To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9C0CCA-70E9-4A41-8D1C-03D38F63E635}"/>
              </a:ext>
            </a:extLst>
          </p:cNvPr>
          <p:cNvSpPr txBox="1"/>
          <p:nvPr/>
        </p:nvSpPr>
        <p:spPr>
          <a:xfrm>
            <a:off x="3563888" y="1476529"/>
            <a:ext cx="3528392" cy="1846659"/>
          </a:xfrm>
          <a:prstGeom prst="rect">
            <a:avLst/>
          </a:prstGeom>
          <a:noFill/>
          <a:ln>
            <a:solidFill>
              <a:srgbClr val="FF79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Attach the survey / questionnaire</a:t>
            </a:r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097A1E-4D9B-4A7A-96C1-1F53AAB3E0D2}"/>
              </a:ext>
            </a:extLst>
          </p:cNvPr>
          <p:cNvSpPr/>
          <p:nvPr/>
        </p:nvSpPr>
        <p:spPr>
          <a:xfrm>
            <a:off x="107504" y="123478"/>
            <a:ext cx="7791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FF7900"/>
                </a:solidFill>
              </a:rPr>
              <a:t>3</a:t>
            </a:r>
            <a:r>
              <a:rPr lang="en-US" sz="1200" baseline="30000" dirty="0">
                <a:solidFill>
                  <a:srgbClr val="FF7900"/>
                </a:solidFill>
              </a:rPr>
              <a:t>rd</a:t>
            </a:r>
            <a:r>
              <a:rPr lang="en-US" sz="1200" dirty="0">
                <a:solidFill>
                  <a:srgbClr val="FF7900"/>
                </a:solidFill>
              </a:rPr>
              <a:t> page</a:t>
            </a:r>
          </a:p>
        </p:txBody>
      </p:sp>
      <p:sp>
        <p:nvSpPr>
          <p:cNvPr id="11" name="Cloud 10">
            <a:extLst>
              <a:ext uri="{FF2B5EF4-FFF2-40B4-BE49-F238E27FC236}">
                <a16:creationId xmlns:a16="http://schemas.microsoft.com/office/drawing/2014/main" id="{02140DE2-2C97-460E-A39F-10A38882071F}"/>
              </a:ext>
            </a:extLst>
          </p:cNvPr>
          <p:cNvSpPr/>
          <p:nvPr/>
        </p:nvSpPr>
        <p:spPr>
          <a:xfrm rot="20859189">
            <a:off x="385952" y="1586190"/>
            <a:ext cx="2228694" cy="1498442"/>
          </a:xfrm>
          <a:prstGeom prst="clou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rgbClr val="000000"/>
                </a:solidFill>
              </a:rPr>
              <a:t>    Survey</a:t>
            </a:r>
          </a:p>
        </p:txBody>
      </p:sp>
    </p:spTree>
    <p:extLst>
      <p:ext uri="{BB962C8B-B14F-4D97-AF65-F5344CB8AC3E}">
        <p14:creationId xmlns:p14="http://schemas.microsoft.com/office/powerpoint/2010/main" val="1242468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5D9F990-6329-4331-A08E-82162D3691BC}"/>
              </a:ext>
            </a:extLst>
          </p:cNvPr>
          <p:cNvSpPr/>
          <p:nvPr/>
        </p:nvSpPr>
        <p:spPr>
          <a:xfrm>
            <a:off x="107504" y="123478"/>
            <a:ext cx="7761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FF7900"/>
                </a:solidFill>
              </a:rPr>
              <a:t>4</a:t>
            </a:r>
            <a:r>
              <a:rPr lang="en-US" sz="1200" baseline="30000" dirty="0">
                <a:solidFill>
                  <a:srgbClr val="FF7900"/>
                </a:solidFill>
              </a:rPr>
              <a:t>th</a:t>
            </a:r>
            <a:r>
              <a:rPr lang="en-US" sz="1200" dirty="0">
                <a:solidFill>
                  <a:srgbClr val="FF7900"/>
                </a:solidFill>
              </a:rPr>
              <a:t> page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EDEAD5-571F-488D-BAB6-C9E7C265338D}"/>
              </a:ext>
            </a:extLst>
          </p:cNvPr>
          <p:cNvSpPr txBox="1"/>
          <p:nvPr/>
        </p:nvSpPr>
        <p:spPr>
          <a:xfrm>
            <a:off x="2411760" y="154836"/>
            <a:ext cx="4320480" cy="24622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dirty="0"/>
              <a:t>Contacts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282E9E-19C9-4937-8953-A93A3AEB3134}"/>
              </a:ext>
            </a:extLst>
          </p:cNvPr>
          <p:cNvSpPr txBox="1"/>
          <p:nvPr/>
        </p:nvSpPr>
        <p:spPr>
          <a:xfrm>
            <a:off x="467544" y="843558"/>
            <a:ext cx="1656184" cy="184666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1</a:t>
            </a:r>
            <a:r>
              <a:rPr lang="en-US" sz="1200" baseline="30000" dirty="0"/>
              <a:t>st</a:t>
            </a:r>
            <a:r>
              <a:rPr lang="en-US" sz="1200" dirty="0"/>
              <a:t> Mobile Number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7AF04D-C215-4D65-9A86-2CCD0937BDFD}"/>
              </a:ext>
            </a:extLst>
          </p:cNvPr>
          <p:cNvSpPr txBox="1"/>
          <p:nvPr/>
        </p:nvSpPr>
        <p:spPr>
          <a:xfrm>
            <a:off x="467544" y="1234956"/>
            <a:ext cx="1656184" cy="184666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2</a:t>
            </a:r>
            <a:r>
              <a:rPr lang="en-US" sz="1200" baseline="30000" dirty="0"/>
              <a:t>nd</a:t>
            </a:r>
            <a:r>
              <a:rPr lang="en-US" sz="1200" dirty="0"/>
              <a:t> Mobile Number</a:t>
            </a:r>
          </a:p>
        </p:txBody>
      </p:sp>
      <p:sp>
        <p:nvSpPr>
          <p:cNvPr id="9" name="Arrow: Striped Right 8">
            <a:extLst>
              <a:ext uri="{FF2B5EF4-FFF2-40B4-BE49-F238E27FC236}">
                <a16:creationId xmlns:a16="http://schemas.microsoft.com/office/drawing/2014/main" id="{865843DE-B085-4742-9FD4-F4D6C11B8F06}"/>
              </a:ext>
            </a:extLst>
          </p:cNvPr>
          <p:cNvSpPr/>
          <p:nvPr/>
        </p:nvSpPr>
        <p:spPr>
          <a:xfrm>
            <a:off x="2195736" y="843558"/>
            <a:ext cx="360040" cy="184667"/>
          </a:xfrm>
          <a:prstGeom prst="striped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153CF3-5E45-41FE-B462-85760551BF8B}"/>
              </a:ext>
            </a:extLst>
          </p:cNvPr>
          <p:cNvSpPr txBox="1"/>
          <p:nvPr/>
        </p:nvSpPr>
        <p:spPr>
          <a:xfrm>
            <a:off x="2627784" y="843558"/>
            <a:ext cx="1656184" cy="184666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077******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FF9103-7E9E-4221-9863-031801CCB699}"/>
              </a:ext>
            </a:extLst>
          </p:cNvPr>
          <p:cNvSpPr txBox="1"/>
          <p:nvPr/>
        </p:nvSpPr>
        <p:spPr>
          <a:xfrm>
            <a:off x="2627784" y="1234956"/>
            <a:ext cx="1656184" cy="184666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07*******</a:t>
            </a:r>
          </a:p>
        </p:txBody>
      </p:sp>
      <p:sp>
        <p:nvSpPr>
          <p:cNvPr id="12" name="Arrow: Striped Right 11">
            <a:extLst>
              <a:ext uri="{FF2B5EF4-FFF2-40B4-BE49-F238E27FC236}">
                <a16:creationId xmlns:a16="http://schemas.microsoft.com/office/drawing/2014/main" id="{4B9A07CA-C875-4695-95E2-18CBBD015D91}"/>
              </a:ext>
            </a:extLst>
          </p:cNvPr>
          <p:cNvSpPr/>
          <p:nvPr/>
        </p:nvSpPr>
        <p:spPr>
          <a:xfrm>
            <a:off x="2195736" y="1234955"/>
            <a:ext cx="360040" cy="184667"/>
          </a:xfrm>
          <a:prstGeom prst="striped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335900-DB02-43AF-8076-3AA12FD2BE46}"/>
              </a:ext>
            </a:extLst>
          </p:cNvPr>
          <p:cNvSpPr txBox="1"/>
          <p:nvPr/>
        </p:nvSpPr>
        <p:spPr>
          <a:xfrm>
            <a:off x="467544" y="1995686"/>
            <a:ext cx="1656184" cy="369332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Reference Mobile Number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348D24-ED06-4E9B-B6CD-0A1DCB5BD5AA}"/>
              </a:ext>
            </a:extLst>
          </p:cNvPr>
          <p:cNvSpPr txBox="1"/>
          <p:nvPr/>
        </p:nvSpPr>
        <p:spPr>
          <a:xfrm>
            <a:off x="2627784" y="2108344"/>
            <a:ext cx="1656184" cy="184666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07*******</a:t>
            </a:r>
          </a:p>
        </p:txBody>
      </p:sp>
      <p:sp>
        <p:nvSpPr>
          <p:cNvPr id="15" name="Arrow: Striped Right 14">
            <a:extLst>
              <a:ext uri="{FF2B5EF4-FFF2-40B4-BE49-F238E27FC236}">
                <a16:creationId xmlns:a16="http://schemas.microsoft.com/office/drawing/2014/main" id="{A7457A54-6ACF-4D3B-B8A9-00EDF7C0D9EC}"/>
              </a:ext>
            </a:extLst>
          </p:cNvPr>
          <p:cNvSpPr/>
          <p:nvPr/>
        </p:nvSpPr>
        <p:spPr>
          <a:xfrm>
            <a:off x="2195736" y="2108344"/>
            <a:ext cx="360040" cy="184667"/>
          </a:xfrm>
          <a:prstGeom prst="striped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A6BC3C-E5D8-40FA-AD32-0CF6712C5BEC}"/>
              </a:ext>
            </a:extLst>
          </p:cNvPr>
          <p:cNvSpPr txBox="1"/>
          <p:nvPr/>
        </p:nvSpPr>
        <p:spPr>
          <a:xfrm>
            <a:off x="467544" y="2675116"/>
            <a:ext cx="1656184" cy="184666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LinkedIn profile</a:t>
            </a:r>
          </a:p>
        </p:txBody>
      </p:sp>
      <p:sp>
        <p:nvSpPr>
          <p:cNvPr id="17" name="Arrow: Striped Right 16">
            <a:extLst>
              <a:ext uri="{FF2B5EF4-FFF2-40B4-BE49-F238E27FC236}">
                <a16:creationId xmlns:a16="http://schemas.microsoft.com/office/drawing/2014/main" id="{A8D245F1-3B07-46E1-9F20-80294CD2FDC9}"/>
              </a:ext>
            </a:extLst>
          </p:cNvPr>
          <p:cNvSpPr/>
          <p:nvPr/>
        </p:nvSpPr>
        <p:spPr>
          <a:xfrm>
            <a:off x="2195736" y="2684408"/>
            <a:ext cx="360040" cy="184667"/>
          </a:xfrm>
          <a:prstGeom prst="striped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6AC420-A83B-4446-AEA9-7A3E4B1BC20A}"/>
              </a:ext>
            </a:extLst>
          </p:cNvPr>
          <p:cNvSpPr txBox="1"/>
          <p:nvPr/>
        </p:nvSpPr>
        <p:spPr>
          <a:xfrm>
            <a:off x="2627784" y="2684408"/>
            <a:ext cx="1656184" cy="184666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XXXX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205A39-EFCE-474F-A5C4-0709A492151E}"/>
              </a:ext>
            </a:extLst>
          </p:cNvPr>
          <p:cNvSpPr txBox="1"/>
          <p:nvPr/>
        </p:nvSpPr>
        <p:spPr>
          <a:xfrm>
            <a:off x="467544" y="1635647"/>
            <a:ext cx="1656184" cy="184666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200" dirty="0"/>
              <a:t>E-mail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B879F6-3A4B-454A-9E55-2C91A5F0ADFA}"/>
              </a:ext>
            </a:extLst>
          </p:cNvPr>
          <p:cNvSpPr txBox="1"/>
          <p:nvPr/>
        </p:nvSpPr>
        <p:spPr>
          <a:xfrm>
            <a:off x="2627784" y="1635647"/>
            <a:ext cx="1656184" cy="184666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1200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****@***.***</a:t>
            </a:r>
          </a:p>
        </p:txBody>
      </p:sp>
      <p:sp>
        <p:nvSpPr>
          <p:cNvPr id="21" name="Arrow: Striped Right 20">
            <a:extLst>
              <a:ext uri="{FF2B5EF4-FFF2-40B4-BE49-F238E27FC236}">
                <a16:creationId xmlns:a16="http://schemas.microsoft.com/office/drawing/2014/main" id="{AB7E1731-5853-44AA-97D0-D7BF6CBEDE10}"/>
              </a:ext>
            </a:extLst>
          </p:cNvPr>
          <p:cNvSpPr/>
          <p:nvPr/>
        </p:nvSpPr>
        <p:spPr>
          <a:xfrm>
            <a:off x="2195736" y="1635646"/>
            <a:ext cx="360040" cy="184667"/>
          </a:xfrm>
          <a:prstGeom prst="striped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814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2157355" y="1923802"/>
            <a:ext cx="4829289" cy="647948"/>
          </a:xfrm>
        </p:spPr>
        <p:txBody>
          <a:bodyPr/>
          <a:lstStyle/>
          <a:p>
            <a:pPr algn="ctr"/>
            <a:r>
              <a:rPr lang="en-GB" dirty="0">
                <a:solidFill>
                  <a:srgbClr val="FF7900"/>
                </a:solidFill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377627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JO_template_external">
  <a:themeElements>
    <a:clrScheme name="Orange WHT Secondary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range">
      <a:majorFont>
        <a:latin typeface="Helvetica 75 Bold"/>
        <a:ea typeface=""/>
        <a:cs typeface=""/>
      </a:majorFont>
      <a:minorFont>
        <a:latin typeface="Helvetica 75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lIns="0" tIns="0" rIns="0" bIns="0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RA_Template_Beta_external_110816.potx" id="{096397F8-02DF-40E4-AEB9-88A0052F30F0}" vid="{AA36791E-F7D8-46B6-BCF9-C51758B3B4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OJO_template_external</Template>
  <TotalTime>2303</TotalTime>
  <Words>218</Words>
  <Application>Microsoft Office PowerPoint</Application>
  <PresentationFormat>On-screen Show (16:9)</PresentationFormat>
  <Paragraphs>81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Helvetica 55 Roman</vt:lpstr>
      <vt:lpstr>Helvetica 75</vt:lpstr>
      <vt:lpstr>Helvetica 75 Bold</vt:lpstr>
      <vt:lpstr>Wingdings</vt:lpstr>
      <vt:lpstr>OJO_template_external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</vt:lpstr>
    </vt:vector>
  </TitlesOfParts>
  <Company>Jordan Telecom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rana dababneh</dc:creator>
  <cp:lastModifiedBy>Orange</cp:lastModifiedBy>
  <cp:revision>57</cp:revision>
  <dcterms:created xsi:type="dcterms:W3CDTF">2021-06-10T07:50:00Z</dcterms:created>
  <dcterms:modified xsi:type="dcterms:W3CDTF">2022-03-12T18:11:11Z</dcterms:modified>
</cp:coreProperties>
</file>